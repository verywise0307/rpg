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CABC4-8D0E-4F00-A54C-A000F7B33AED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C1498-FA3E-4D04-AF57-09717E2FE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41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C1498-FA3E-4D04-AF57-09717E2FE15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402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150E6-0597-307F-5EEC-E900EFD97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C7EBAC-5B57-5336-567F-D02888E4B6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B7BEC9-2F48-D9A4-C7F7-0A98F588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2C787B-E374-89B1-EB13-F6CE848C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304158-25D9-01A7-E48A-D0E63A2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FD31D-F769-F480-4255-D280D19F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3D5C18-5774-911E-5DC5-CAF447128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174BB-BA34-985F-72B1-2463D72F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1AEBE9-2DBF-F644-BAB3-18D48CE9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10D255-DDCA-6B1D-B6E8-46646AA8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305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FA203-9049-8406-BB6E-70ADAA9C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77D308-B533-4571-6C04-EE1CE8F0B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48D37A-B912-5712-A619-B16B1108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51B1E2-4148-39D7-BB9A-9C1E1A9AC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94ED0-552A-B6F9-474D-2A34B9B72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38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E995D8-812B-2B58-9E79-ED8350E3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A3E76E-0F3E-C657-15A3-04EDC99F0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200BF-76E3-3E3B-565F-1DD800F6E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923192-8D68-071F-F7B0-DB826DEC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9353D1-6714-5E95-3273-F90D593A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BD126-D136-DAA9-D7E1-BA823029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785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4B905-8ED3-09B7-2296-44849713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C2F883-AEF0-91F4-C8EF-0129D72B9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DA9AF2-D2AA-D8A8-E5C6-C4E0302A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04EF67-95F0-B7FB-2D3F-7866AA369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A84F89-D3D0-ED10-9AFF-25B5B6ADF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3E157A-D4FD-D5C4-D1A8-5F98BBD5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03C076-3ADF-6322-94A4-6352B782F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4E6394-1074-FFF4-6E74-D66847B53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30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DAA8A-3031-C795-6747-89BD8F0A7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52F19B-4AC8-BCBA-B850-B47E80B8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3A3A1C-A982-9BB0-7141-5BCDB7B2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AFC48A5-10B5-3279-25CA-12519E8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18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205F33-AEC0-8951-6C34-7F90DB8F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94CD6E-341A-D450-B2AF-D9B07856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CE340E-AE25-3287-8558-E9D111C6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65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22DFA-4549-43A0-66C0-302C7FB1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DED37F-A0FA-7F84-1907-99F53E00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FDA160-609E-4F75-4C1E-04533E11A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42A318-59C3-0FCD-E70A-06642E1A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2E16DC-EFF4-4016-4EAC-7AE36EEF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DED3C8-E520-A280-7CD2-87FCA89EA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98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D8974-1F08-9322-8BEF-BE7FCAEC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5996597-E531-CD75-8DB2-7C1216A36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59D7A7-14B5-895A-5C64-6C63283BF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1FAF1-5ABD-47C3-05A0-AF38F307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D4A524-AE0B-B1A3-F1AD-CB4906515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CE8D1F-A366-CEB5-027C-8083B805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37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5A755-2FAB-1BD4-7BB1-4B699B87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DFD7F-E17A-AD4A-14F1-CA0155896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8C4FA6-571C-E03E-C4CD-C6C0B93F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0C471C-6C21-CF25-0754-EA9733F9E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26FC9-CBA1-0746-7CCA-EFA4B39B5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31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3FD325F-8267-0433-763C-5E58EA5FC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9C8BDF0-F74B-0F83-FCF4-ACE79C19A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F0CA22-F365-DAD5-81D3-7D37279C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324F0F-2609-E9C6-5B4C-0B523FFA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6D6C9-45E6-B023-A24F-A25852E3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78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4395A43-E83E-0356-2AB6-885F1D1B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418102-4AD7-6DDE-96F5-0CF16FB69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FC9220-3535-599F-B8B4-799A915DF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15C93-6716-4B77-B6EE-3E70B1B921D3}" type="datetimeFigureOut">
              <a:rPr lang="ko-KR" altLang="en-US" smtClean="0"/>
              <a:t>2026-02-28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E9FDB6-715F-22C1-4EB5-13B1E56F7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232453-E66E-8F64-F026-C226D0A20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5A318-78B7-4C7F-B146-77524A8222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373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977CB-9021-6CC8-A3A9-34FC11B780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기획 개요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9FE1F2E-ADC5-09D6-E621-BA3FAE7633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16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26527-E3F0-77E1-8D14-3200F5511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20C5B-6BD8-0F9D-D48F-D2F6DE60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  <a:endParaRPr lang="en-US" altLang="ko-KR" dirty="0"/>
          </a:p>
          <a:p>
            <a:r>
              <a:rPr lang="en-US" altLang="ko-KR" dirty="0"/>
              <a:t>Ui</a:t>
            </a:r>
            <a:r>
              <a:rPr lang="ko-KR" altLang="en-US" dirty="0"/>
              <a:t>흐름</a:t>
            </a:r>
            <a:endParaRPr lang="en-US" altLang="ko-KR" dirty="0"/>
          </a:p>
          <a:p>
            <a:r>
              <a:rPr lang="en-US" altLang="ko-KR" dirty="0"/>
              <a:t>Pc</a:t>
            </a:r>
            <a:r>
              <a:rPr lang="ko-KR" altLang="en-US" dirty="0"/>
              <a:t> 캐릭터 설명</a:t>
            </a:r>
            <a:endParaRPr lang="en-US" altLang="ko-KR" dirty="0"/>
          </a:p>
          <a:p>
            <a:r>
              <a:rPr lang="ko-KR" altLang="en-US" dirty="0"/>
              <a:t>적 설명</a:t>
            </a:r>
            <a:endParaRPr lang="en-US" altLang="ko-KR" dirty="0"/>
          </a:p>
          <a:p>
            <a:r>
              <a:rPr lang="ko-KR" altLang="en-US" dirty="0"/>
              <a:t>스케줄</a:t>
            </a:r>
          </a:p>
        </p:txBody>
      </p:sp>
    </p:spTree>
    <p:extLst>
      <p:ext uri="{BB962C8B-B14F-4D97-AF65-F5344CB8AC3E}">
        <p14:creationId xmlns:p14="http://schemas.microsoft.com/office/powerpoint/2010/main" val="577060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752AB5-19B5-34B3-B01C-788D3C7D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BCB60A-32CF-EF2F-FBE7-CEBAE7446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엔진버전</a:t>
            </a:r>
            <a:r>
              <a:rPr lang="en-US" altLang="ko-KR" dirty="0"/>
              <a:t> : 5.1.1</a:t>
            </a:r>
          </a:p>
          <a:p>
            <a:r>
              <a:rPr lang="en-US" altLang="ko-KR" dirty="0"/>
              <a:t>3d </a:t>
            </a:r>
            <a:r>
              <a:rPr lang="ko-KR" altLang="en-US" dirty="0"/>
              <a:t>삼인칭 시점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인게임</a:t>
            </a:r>
            <a:r>
              <a:rPr lang="ko-KR" altLang="en-US" dirty="0"/>
              <a:t> 진입 시 기본 </a:t>
            </a:r>
            <a:r>
              <a:rPr lang="ko-KR" altLang="en-US" dirty="0" err="1"/>
              <a:t>몹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마리 지정된 포인트 </a:t>
            </a:r>
            <a:r>
              <a:rPr lang="en-US" altLang="ko-KR" dirty="0"/>
              <a:t>10</a:t>
            </a:r>
            <a:r>
              <a:rPr lang="ko-KR" altLang="en-US" dirty="0"/>
              <a:t>개 중 </a:t>
            </a:r>
            <a:r>
              <a:rPr lang="en-US" altLang="ko-KR" dirty="0"/>
              <a:t>5</a:t>
            </a:r>
            <a:r>
              <a:rPr lang="ko-KR" altLang="en-US" dirty="0"/>
              <a:t>개 골라서 랜덤 생성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기본 </a:t>
            </a:r>
            <a:r>
              <a:rPr lang="ko-KR" altLang="en-US" dirty="0" err="1"/>
              <a:t>몹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마리 처치 후 다음 맵 열기</a:t>
            </a:r>
            <a:endParaRPr lang="en-US" altLang="ko-KR" dirty="0"/>
          </a:p>
          <a:p>
            <a:r>
              <a:rPr lang="ko-KR" altLang="en-US" dirty="0"/>
              <a:t>두번째 </a:t>
            </a:r>
            <a:r>
              <a:rPr lang="ko-KR" altLang="en-US" dirty="0" err="1"/>
              <a:t>맵에서</a:t>
            </a:r>
            <a:r>
              <a:rPr lang="ko-KR" altLang="en-US" dirty="0"/>
              <a:t> </a:t>
            </a:r>
            <a:r>
              <a:rPr lang="ko-KR" altLang="en-US" dirty="0" err="1"/>
              <a:t>보스전</a:t>
            </a:r>
            <a:r>
              <a:rPr lang="en-US" altLang="ko-KR" dirty="0"/>
              <a:t>. Pc </a:t>
            </a:r>
            <a:r>
              <a:rPr lang="ko-KR" altLang="en-US" dirty="0"/>
              <a:t>체력 초기화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캐릭터 스킬 있음</a:t>
            </a:r>
            <a:endParaRPr lang="en-US" altLang="ko-KR" dirty="0"/>
          </a:p>
          <a:p>
            <a:r>
              <a:rPr lang="ko-KR" altLang="en-US" dirty="0"/>
              <a:t>보스 </a:t>
            </a:r>
            <a:r>
              <a:rPr lang="ko-KR" altLang="en-US" dirty="0" err="1"/>
              <a:t>몹</a:t>
            </a:r>
            <a:r>
              <a:rPr lang="ko-KR" altLang="en-US" dirty="0"/>
              <a:t> 처치 후 게임 종료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 링크 </a:t>
            </a:r>
            <a:r>
              <a:rPr lang="en-US" altLang="ko-KR" dirty="0"/>
              <a:t>: https://youtube.com/playlist?list=PLiSlOaRBfgkcPAhYpGps16PT_9f28amXi&amp;si=Dec6KXuNP-UJp16P</a:t>
            </a:r>
          </a:p>
        </p:txBody>
      </p:sp>
    </p:spTree>
    <p:extLst>
      <p:ext uri="{BB962C8B-B14F-4D97-AF65-F5344CB8AC3E}">
        <p14:creationId xmlns:p14="http://schemas.microsoft.com/office/powerpoint/2010/main" val="250882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B3E2E-B34C-9A77-0515-F416E0C0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82DC5-4A6F-92CE-3ED3-6C5DF25F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r>
              <a:rPr lang="ko-KR" altLang="en-US" dirty="0"/>
              <a:t>흐름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D3EB8A-B147-A36B-AB39-F39A8365131E}"/>
              </a:ext>
            </a:extLst>
          </p:cNvPr>
          <p:cNvSpPr/>
          <p:nvPr/>
        </p:nvSpPr>
        <p:spPr>
          <a:xfrm>
            <a:off x="609600" y="2819400"/>
            <a:ext cx="5219700" cy="3181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BF019-3E66-F8A5-FCAA-8AA4AC50FFC4}"/>
              </a:ext>
            </a:extLst>
          </p:cNvPr>
          <p:cNvSpPr txBox="1"/>
          <p:nvPr/>
        </p:nvSpPr>
        <p:spPr>
          <a:xfrm>
            <a:off x="609600" y="2262188"/>
            <a:ext cx="290512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메인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4A08CF-F2AA-3475-B977-5290FD8DC940}"/>
              </a:ext>
            </a:extLst>
          </p:cNvPr>
          <p:cNvSpPr/>
          <p:nvPr/>
        </p:nvSpPr>
        <p:spPr>
          <a:xfrm>
            <a:off x="2247900" y="4310063"/>
            <a:ext cx="19431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게임 시작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9ADDE3A-0FE2-AC61-2777-427DF471379E}"/>
              </a:ext>
            </a:extLst>
          </p:cNvPr>
          <p:cNvSpPr/>
          <p:nvPr/>
        </p:nvSpPr>
        <p:spPr>
          <a:xfrm>
            <a:off x="2247900" y="5029200"/>
            <a:ext cx="1943100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게임 방법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DA1A98-D8C0-4B64-1423-5E38BA55F0A7}"/>
              </a:ext>
            </a:extLst>
          </p:cNvPr>
          <p:cNvSpPr/>
          <p:nvPr/>
        </p:nvSpPr>
        <p:spPr>
          <a:xfrm>
            <a:off x="6134100" y="2819400"/>
            <a:ext cx="5219700" cy="3181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BD65CA-B3B0-8241-9947-5D5A5D519379}"/>
              </a:ext>
            </a:extLst>
          </p:cNvPr>
          <p:cNvSpPr/>
          <p:nvPr/>
        </p:nvSpPr>
        <p:spPr>
          <a:xfrm>
            <a:off x="6710362" y="3295650"/>
            <a:ext cx="4067175" cy="2266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270F700-BBE2-A3C4-62D9-B1F286F2EEF7}"/>
              </a:ext>
            </a:extLst>
          </p:cNvPr>
          <p:cNvSpPr/>
          <p:nvPr/>
        </p:nvSpPr>
        <p:spPr>
          <a:xfrm>
            <a:off x="10594181" y="3100387"/>
            <a:ext cx="366712" cy="3905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X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29454-676A-579C-7F1B-282B31F08685}"/>
              </a:ext>
            </a:extLst>
          </p:cNvPr>
          <p:cNvSpPr txBox="1"/>
          <p:nvPr/>
        </p:nvSpPr>
        <p:spPr>
          <a:xfrm>
            <a:off x="6096000" y="2281238"/>
            <a:ext cx="290512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게임 방법 눌렀을 시</a:t>
            </a:r>
          </a:p>
        </p:txBody>
      </p:sp>
    </p:spTree>
    <p:extLst>
      <p:ext uri="{BB962C8B-B14F-4D97-AF65-F5344CB8AC3E}">
        <p14:creationId xmlns:p14="http://schemas.microsoft.com/office/powerpoint/2010/main" val="743383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0047-8516-6E57-0946-6D12F7C7D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6E22A-1E04-21D2-EE1E-53031F1E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ui</a:t>
            </a:r>
            <a:r>
              <a:rPr lang="ko-KR" altLang="en-US" dirty="0"/>
              <a:t>흐름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081F45-B044-2B9C-FF2C-2FDCAA283AD0}"/>
              </a:ext>
            </a:extLst>
          </p:cNvPr>
          <p:cNvSpPr/>
          <p:nvPr/>
        </p:nvSpPr>
        <p:spPr>
          <a:xfrm>
            <a:off x="609600" y="2819400"/>
            <a:ext cx="5219700" cy="31813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C87EA-7C25-4826-C1BE-693F310AEDA1}"/>
              </a:ext>
            </a:extLst>
          </p:cNvPr>
          <p:cNvSpPr txBox="1"/>
          <p:nvPr/>
        </p:nvSpPr>
        <p:spPr>
          <a:xfrm>
            <a:off x="609600" y="2262188"/>
            <a:ext cx="290512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인게임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1AA49D-CE94-8669-C929-9E9F3ADE79F5}"/>
              </a:ext>
            </a:extLst>
          </p:cNvPr>
          <p:cNvSpPr/>
          <p:nvPr/>
        </p:nvSpPr>
        <p:spPr>
          <a:xfrm>
            <a:off x="4267200" y="5267325"/>
            <a:ext cx="676275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스킬</a:t>
            </a:r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5B9308-7844-0554-F3B8-29B72380FE5A}"/>
              </a:ext>
            </a:extLst>
          </p:cNvPr>
          <p:cNvSpPr/>
          <p:nvPr/>
        </p:nvSpPr>
        <p:spPr>
          <a:xfrm>
            <a:off x="5048250" y="5267325"/>
            <a:ext cx="676275" cy="533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스킬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697301E-80D0-FACA-80AE-78ED0546C5D0}"/>
              </a:ext>
            </a:extLst>
          </p:cNvPr>
          <p:cNvSpPr/>
          <p:nvPr/>
        </p:nvSpPr>
        <p:spPr>
          <a:xfrm>
            <a:off x="2943225" y="4662487"/>
            <a:ext cx="571500" cy="120967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F979EDA-EF23-C137-1A59-B632EB4427DC}"/>
              </a:ext>
            </a:extLst>
          </p:cNvPr>
          <p:cNvSpPr/>
          <p:nvPr/>
        </p:nvSpPr>
        <p:spPr>
          <a:xfrm>
            <a:off x="1285875" y="3429000"/>
            <a:ext cx="571500" cy="12096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7F5188-0F08-0BA0-DD82-AA06013E2717}"/>
              </a:ext>
            </a:extLst>
          </p:cNvPr>
          <p:cNvSpPr/>
          <p:nvPr/>
        </p:nvSpPr>
        <p:spPr>
          <a:xfrm>
            <a:off x="1081087" y="3139678"/>
            <a:ext cx="981075" cy="1309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피통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6155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2C5F7-779B-E955-29E5-7F4618FD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 </a:t>
            </a:r>
            <a:r>
              <a:rPr lang="ko-KR" altLang="en-US" dirty="0"/>
              <a:t>캐릭터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53F98-9E60-DD63-9F05-45F38691C84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체력 </a:t>
            </a:r>
            <a:r>
              <a:rPr lang="en-US" altLang="ko-KR" dirty="0"/>
              <a:t>10</a:t>
            </a:r>
          </a:p>
          <a:p>
            <a:r>
              <a:rPr lang="ko-KR" altLang="en-US" dirty="0"/>
              <a:t>기본 이동 </a:t>
            </a:r>
            <a:r>
              <a:rPr lang="en-US" altLang="ko-KR" dirty="0"/>
              <a:t>: </a:t>
            </a:r>
            <a:r>
              <a:rPr lang="en-US" altLang="ko-KR" dirty="0" err="1"/>
              <a:t>wasd</a:t>
            </a:r>
            <a:r>
              <a:rPr lang="en-US" altLang="ko-KR" dirty="0"/>
              <a:t>. </a:t>
            </a:r>
            <a:r>
              <a:rPr lang="ko-KR" altLang="en-US" dirty="0"/>
              <a:t>점프 </a:t>
            </a:r>
            <a:r>
              <a:rPr lang="en-US" altLang="ko-KR" dirty="0"/>
              <a:t>- </a:t>
            </a:r>
            <a:r>
              <a:rPr lang="ko-KR" altLang="en-US" dirty="0"/>
              <a:t>스페이스바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기본 공격 </a:t>
            </a:r>
            <a:r>
              <a:rPr lang="en-US" altLang="ko-KR" dirty="0"/>
              <a:t>: </a:t>
            </a:r>
            <a:r>
              <a:rPr lang="ko-KR" altLang="en-US" dirty="0" err="1"/>
              <a:t>검격</a:t>
            </a:r>
            <a:r>
              <a:rPr lang="en-US" altLang="ko-KR" dirty="0"/>
              <a:t>. </a:t>
            </a:r>
            <a:r>
              <a:rPr lang="ko-KR" altLang="en-US" dirty="0" err="1"/>
              <a:t>락온</a:t>
            </a:r>
            <a:r>
              <a:rPr lang="en-US" altLang="ko-KR" dirty="0"/>
              <a:t>(</a:t>
            </a:r>
            <a:r>
              <a:rPr lang="ko-KR" altLang="en-US" dirty="0"/>
              <a:t>적</a:t>
            </a:r>
            <a:r>
              <a:rPr lang="en-US" altLang="ko-KR" dirty="0" err="1"/>
              <a:t>npc</a:t>
            </a:r>
            <a:r>
              <a:rPr lang="ko-KR" altLang="en-US" dirty="0"/>
              <a:t>에 공격고정</a:t>
            </a:r>
            <a:r>
              <a:rPr lang="en-US" altLang="ko-KR" dirty="0"/>
              <a:t>) </a:t>
            </a:r>
            <a:r>
              <a:rPr lang="ko-KR" altLang="en-US" dirty="0"/>
              <a:t>데미지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e : </a:t>
            </a:r>
            <a:r>
              <a:rPr lang="ko-KR" altLang="en-US" dirty="0" err="1"/>
              <a:t>검풍</a:t>
            </a:r>
            <a:r>
              <a:rPr lang="ko-KR" altLang="en-US" dirty="0"/>
              <a:t> 날리기</a:t>
            </a:r>
            <a:r>
              <a:rPr lang="en-US" altLang="ko-KR" dirty="0"/>
              <a:t>. </a:t>
            </a:r>
            <a:r>
              <a:rPr lang="ko-KR" altLang="en-US" dirty="0" err="1"/>
              <a:t>쿨타임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초 데미지 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shift : </a:t>
            </a:r>
            <a:r>
              <a:rPr lang="ko-KR" altLang="en-US" dirty="0" err="1"/>
              <a:t>대쉬</a:t>
            </a:r>
            <a:r>
              <a:rPr lang="en-US" altLang="ko-KR" dirty="0"/>
              <a:t>. </a:t>
            </a:r>
            <a:r>
              <a:rPr lang="ko-KR" altLang="en-US" dirty="0" err="1"/>
              <a:t>질풍참</a:t>
            </a:r>
            <a:r>
              <a:rPr lang="ko-KR" altLang="en-US" dirty="0"/>
              <a:t> 느낌</a:t>
            </a:r>
            <a:r>
              <a:rPr lang="en-US" altLang="ko-KR" dirty="0"/>
              <a:t>. </a:t>
            </a:r>
            <a:r>
              <a:rPr lang="ko-KR" altLang="en-US" dirty="0" err="1"/>
              <a:t>락온</a:t>
            </a:r>
            <a:r>
              <a:rPr lang="en-US" altLang="ko-KR" dirty="0"/>
              <a:t>. </a:t>
            </a:r>
            <a:r>
              <a:rPr lang="ko-KR" altLang="en-US" dirty="0" err="1"/>
              <a:t>쿨타임</a:t>
            </a:r>
            <a:r>
              <a:rPr lang="ko-KR" altLang="en-US" dirty="0"/>
              <a:t> </a:t>
            </a:r>
            <a:r>
              <a:rPr lang="en-US" altLang="ko-KR" dirty="0"/>
              <a:t>6</a:t>
            </a:r>
            <a:r>
              <a:rPr lang="ko-KR" altLang="en-US" dirty="0"/>
              <a:t>초 데미지 </a:t>
            </a:r>
            <a:r>
              <a:rPr lang="en-US" altLang="ko-KR" dirty="0"/>
              <a:t>3</a:t>
            </a:r>
          </a:p>
          <a:p>
            <a:r>
              <a:rPr lang="ko-KR" altLang="en-US" dirty="0"/>
              <a:t>스킬</a:t>
            </a:r>
            <a:r>
              <a:rPr lang="en-US" altLang="ko-KR" dirty="0"/>
              <a:t>q : </a:t>
            </a:r>
            <a:r>
              <a:rPr lang="ko-KR" altLang="en-US" dirty="0" err="1"/>
              <a:t>무적기</a:t>
            </a:r>
            <a:r>
              <a:rPr lang="en-US" altLang="ko-KR" dirty="0"/>
              <a:t>. 0.5</a:t>
            </a:r>
            <a:r>
              <a:rPr lang="ko-KR" altLang="en-US" dirty="0"/>
              <a:t>초간 무조건</a:t>
            </a:r>
            <a:r>
              <a:rPr lang="en-US" altLang="ko-KR" dirty="0"/>
              <a:t> </a:t>
            </a:r>
            <a:r>
              <a:rPr lang="ko-KR" altLang="en-US" dirty="0"/>
              <a:t>방어</a:t>
            </a:r>
            <a:r>
              <a:rPr lang="en-US" altLang="ko-KR" dirty="0"/>
              <a:t>. </a:t>
            </a:r>
            <a:r>
              <a:rPr lang="ko-KR" altLang="en-US" dirty="0" err="1"/>
              <a:t>쿨타임</a:t>
            </a:r>
            <a:r>
              <a:rPr lang="ko-KR" altLang="en-US" dirty="0"/>
              <a:t> </a:t>
            </a:r>
            <a:r>
              <a:rPr lang="en-US" altLang="ko-KR" dirty="0"/>
              <a:t>5</a:t>
            </a:r>
            <a:r>
              <a:rPr lang="ko-KR" altLang="en-US" dirty="0"/>
              <a:t>초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595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B9531-736C-F3F4-1805-6DAE059ED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2DED2-5555-9712-35FE-E5D95D67F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 설명</a:t>
            </a:r>
            <a:r>
              <a:rPr lang="en-US" altLang="ko-KR" dirty="0"/>
              <a:t>(</a:t>
            </a:r>
            <a:r>
              <a:rPr lang="ko-KR" altLang="en-US" dirty="0"/>
              <a:t>기본 적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DA9778-2F79-A4AB-24A5-E36C38AC2FB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체력 </a:t>
            </a:r>
            <a:r>
              <a:rPr lang="en-US" altLang="ko-KR" dirty="0"/>
              <a:t>: 10</a:t>
            </a:r>
          </a:p>
          <a:p>
            <a:r>
              <a:rPr lang="ko-KR" altLang="en-US" dirty="0"/>
              <a:t>이동 </a:t>
            </a:r>
            <a:r>
              <a:rPr lang="en-US" altLang="ko-KR" dirty="0"/>
              <a:t>: </a:t>
            </a:r>
            <a:r>
              <a:rPr lang="ko-KR" altLang="en-US" dirty="0"/>
              <a:t>플레이어와 거리가 </a:t>
            </a:r>
            <a:r>
              <a:rPr lang="en-US" altLang="ko-KR" dirty="0"/>
              <a:t>A(10m 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r>
              <a:rPr lang="ko-KR" altLang="en-US" dirty="0"/>
              <a:t>만큼 되도록 추적</a:t>
            </a:r>
            <a:endParaRPr lang="en-US" altLang="ko-KR" dirty="0"/>
          </a:p>
          <a:p>
            <a:r>
              <a:rPr lang="ko-KR" altLang="en-US" dirty="0"/>
              <a:t>공격 </a:t>
            </a:r>
            <a:r>
              <a:rPr lang="en-US" altLang="ko-KR" dirty="0"/>
              <a:t>: A</a:t>
            </a:r>
            <a:r>
              <a:rPr lang="ko-KR" altLang="en-US" dirty="0"/>
              <a:t>거리 충족 시 </a:t>
            </a:r>
            <a:r>
              <a:rPr lang="en-US" altLang="ko-KR" dirty="0"/>
              <a:t>pc</a:t>
            </a:r>
            <a:r>
              <a:rPr lang="ko-KR" altLang="en-US" dirty="0"/>
              <a:t>에게 직선으로 구체 발사 플레이어 </a:t>
            </a:r>
            <a:r>
              <a:rPr lang="ko-KR" altLang="en-US" dirty="0" err="1"/>
              <a:t>타격시</a:t>
            </a:r>
            <a:r>
              <a:rPr lang="ko-KR" altLang="en-US" dirty="0"/>
              <a:t> 구체 소멸</a:t>
            </a:r>
            <a:endParaRPr lang="en-US" altLang="ko-KR" dirty="0"/>
          </a:p>
          <a:p>
            <a:r>
              <a:rPr lang="ko-KR" altLang="en-US" dirty="0"/>
              <a:t>외형 </a:t>
            </a:r>
            <a:r>
              <a:rPr lang="en-US" altLang="ko-KR" dirty="0"/>
              <a:t>: </a:t>
            </a:r>
            <a:r>
              <a:rPr lang="ko-KR" altLang="en-US" dirty="0"/>
              <a:t>붉은 직사각형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885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83C1-5BB7-4775-3BDD-945D79FED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C1C3B-8BF8-D3A9-DB61-FDE4BCB5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적 설명</a:t>
            </a:r>
            <a:r>
              <a:rPr lang="en-US" altLang="ko-KR" dirty="0"/>
              <a:t>(</a:t>
            </a:r>
            <a:r>
              <a:rPr lang="ko-KR" altLang="en-US" dirty="0"/>
              <a:t>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A308B4-1912-F58D-AC07-AE26FBF2875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체력 </a:t>
            </a:r>
            <a:r>
              <a:rPr lang="en-US" altLang="ko-KR" dirty="0"/>
              <a:t>: 20</a:t>
            </a:r>
          </a:p>
          <a:p>
            <a:r>
              <a:rPr lang="ko-KR" altLang="en-US" dirty="0"/>
              <a:t>이동 </a:t>
            </a:r>
            <a:r>
              <a:rPr lang="en-US" altLang="ko-KR" dirty="0"/>
              <a:t>: </a:t>
            </a:r>
            <a:r>
              <a:rPr lang="ko-KR" altLang="en-US" dirty="0"/>
              <a:t>플레이어와 거리가 </a:t>
            </a:r>
            <a:r>
              <a:rPr lang="en-US" altLang="ko-KR" dirty="0"/>
              <a:t>A(10m 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r>
              <a:rPr lang="ko-KR" altLang="en-US" dirty="0"/>
              <a:t>만큼 되도록 추적</a:t>
            </a:r>
            <a:endParaRPr lang="en-US" altLang="ko-KR" dirty="0"/>
          </a:p>
          <a:p>
            <a:r>
              <a:rPr lang="ko-KR" altLang="en-US" dirty="0"/>
              <a:t>공격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: A</a:t>
            </a:r>
            <a:r>
              <a:rPr lang="ko-KR" altLang="en-US" dirty="0"/>
              <a:t>거리 충족 시 공격 준비 동작</a:t>
            </a:r>
            <a:r>
              <a:rPr lang="en-US" altLang="ko-KR" dirty="0"/>
              <a:t>(</a:t>
            </a:r>
            <a:r>
              <a:rPr lang="ko-KR" altLang="en-US" dirty="0"/>
              <a:t>붉어지기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초간 실행 거대한 구체를 플레이어에게 직선으로 </a:t>
            </a:r>
            <a:r>
              <a:rPr lang="en-US" altLang="ko-KR" dirty="0"/>
              <a:t>3</a:t>
            </a:r>
            <a:r>
              <a:rPr lang="ko-KR" altLang="en-US" dirty="0"/>
              <a:t>발 보내기 이후 </a:t>
            </a:r>
            <a:r>
              <a:rPr lang="en-US" altLang="ko-KR" dirty="0"/>
              <a:t>1</a:t>
            </a:r>
            <a:r>
              <a:rPr lang="ko-KR" altLang="en-US" dirty="0"/>
              <a:t>초간 경직 발당 데미지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공격</a:t>
            </a:r>
            <a:r>
              <a:rPr lang="en-US" altLang="ko-KR" dirty="0"/>
              <a:t>2 : </a:t>
            </a:r>
            <a:r>
              <a:rPr lang="ko-KR" altLang="en-US" dirty="0"/>
              <a:t>공격 준비 동작</a:t>
            </a:r>
            <a:r>
              <a:rPr lang="en-US" altLang="ko-KR" dirty="0"/>
              <a:t>(</a:t>
            </a:r>
            <a:r>
              <a:rPr lang="ko-KR" altLang="en-US" dirty="0" err="1"/>
              <a:t>검어지기</a:t>
            </a:r>
            <a:r>
              <a:rPr lang="en-US" altLang="ko-KR" dirty="0"/>
              <a:t>) 0.5</a:t>
            </a:r>
            <a:r>
              <a:rPr lang="ko-KR" altLang="en-US" dirty="0"/>
              <a:t>초 간 실행 후 플레이어에게 빠르게 돌진</a:t>
            </a:r>
            <a:r>
              <a:rPr lang="en-US" altLang="ko-KR" dirty="0"/>
              <a:t>. </a:t>
            </a:r>
            <a:r>
              <a:rPr lang="ko-KR" altLang="en-US" dirty="0"/>
              <a:t>이때 무적</a:t>
            </a:r>
            <a:endParaRPr lang="en-US" altLang="ko-KR" dirty="0"/>
          </a:p>
          <a:p>
            <a:r>
              <a:rPr lang="ko-KR" altLang="en-US" dirty="0"/>
              <a:t>외형 </a:t>
            </a:r>
            <a:r>
              <a:rPr lang="en-US" altLang="ko-KR" dirty="0"/>
              <a:t>: </a:t>
            </a:r>
            <a:r>
              <a:rPr lang="ko-KR" altLang="en-US" dirty="0"/>
              <a:t>흰 구체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206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50F4E-A8D3-EDCF-F635-CD996AC71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710DA-EFAA-7AE3-0716-FC83379FB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스케줄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0625CB-5F80-9E74-0137-90A39988800E}"/>
              </a:ext>
            </a:extLst>
          </p:cNvPr>
          <p:cNvSpPr txBox="1">
            <a:spLocks/>
          </p:cNvSpPr>
          <p:nvPr/>
        </p:nvSpPr>
        <p:spPr>
          <a:xfrm>
            <a:off x="542925" y="2141537"/>
            <a:ext cx="6829425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Pdf</a:t>
            </a:r>
            <a:r>
              <a:rPr lang="ko-KR" altLang="en-US" dirty="0"/>
              <a:t>자료 전부 실습하기</a:t>
            </a:r>
            <a:r>
              <a:rPr lang="en-US" altLang="ko-KR" dirty="0"/>
              <a:t>. Pc </a:t>
            </a:r>
            <a:r>
              <a:rPr lang="ko-KR" altLang="en-US" dirty="0"/>
              <a:t>이동 구현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기본 적 시스템 구현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. Pc </a:t>
            </a:r>
            <a:r>
              <a:rPr lang="ko-KR" altLang="en-US" dirty="0"/>
              <a:t>스킬 구현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주차</a:t>
            </a:r>
            <a:r>
              <a:rPr lang="en-US" altLang="ko-KR" dirty="0"/>
              <a:t>. Pc </a:t>
            </a:r>
            <a:r>
              <a:rPr lang="ko-KR" altLang="en-US" dirty="0"/>
              <a:t>전투 구현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/>
              <a:t>보스 </a:t>
            </a:r>
            <a:r>
              <a:rPr lang="ko-KR" altLang="en-US" dirty="0" err="1"/>
              <a:t>몹</a:t>
            </a:r>
            <a:r>
              <a:rPr lang="ko-KR" altLang="en-US" dirty="0"/>
              <a:t> 구현</a:t>
            </a:r>
            <a:r>
              <a:rPr lang="en-US" altLang="ko-KR" dirty="0"/>
              <a:t>. </a:t>
            </a:r>
            <a:r>
              <a:rPr lang="ko-KR" altLang="en-US" dirty="0"/>
              <a:t>전투 시스템 완성</a:t>
            </a:r>
            <a:r>
              <a:rPr lang="en-US" altLang="ko-KR" dirty="0"/>
              <a:t>.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47562B4-F17C-FE1F-E8D0-ED39A4826331}"/>
              </a:ext>
            </a:extLst>
          </p:cNvPr>
          <p:cNvSpPr txBox="1">
            <a:spLocks/>
          </p:cNvSpPr>
          <p:nvPr/>
        </p:nvSpPr>
        <p:spPr>
          <a:xfrm>
            <a:off x="7981950" y="2223054"/>
            <a:ext cx="52578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1</a:t>
            </a:r>
            <a:r>
              <a:rPr lang="ko-KR" altLang="en-US" dirty="0"/>
              <a:t>주차</a:t>
            </a:r>
            <a:r>
              <a:rPr lang="en-US" altLang="ko-KR" dirty="0"/>
              <a:t>. Ui</a:t>
            </a:r>
            <a:r>
              <a:rPr lang="ko-KR" altLang="en-US" dirty="0"/>
              <a:t>맵 구현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 err="1"/>
              <a:t>인게임</a:t>
            </a:r>
            <a:r>
              <a:rPr lang="ko-KR" altLang="en-US" dirty="0"/>
              <a:t> 맵 제작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주차</a:t>
            </a:r>
            <a:r>
              <a:rPr lang="en-US" altLang="ko-KR" dirty="0"/>
              <a:t>. </a:t>
            </a:r>
            <a:r>
              <a:rPr lang="ko-KR" altLang="en-US" dirty="0" err="1"/>
              <a:t>보스맵</a:t>
            </a:r>
            <a:r>
              <a:rPr lang="ko-KR" altLang="en-US" dirty="0"/>
              <a:t> 제작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296155-0606-C554-56F9-C08403716258}"/>
              </a:ext>
            </a:extLst>
          </p:cNvPr>
          <p:cNvSpPr txBox="1"/>
          <p:nvPr/>
        </p:nvSpPr>
        <p:spPr>
          <a:xfrm>
            <a:off x="561975" y="1690688"/>
            <a:ext cx="25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왕와기</a:t>
            </a:r>
            <a:r>
              <a:rPr lang="en-US" altLang="ko-KR" dirty="0"/>
              <a:t>!!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155083-7BE2-BBEA-378A-9A5FA619C2DC}"/>
              </a:ext>
            </a:extLst>
          </p:cNvPr>
          <p:cNvSpPr txBox="1"/>
          <p:nvPr/>
        </p:nvSpPr>
        <p:spPr>
          <a:xfrm>
            <a:off x="7981950" y="1772205"/>
            <a:ext cx="254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짱 멋진 졸업생</a:t>
            </a:r>
          </a:p>
        </p:txBody>
      </p:sp>
    </p:spTree>
    <p:extLst>
      <p:ext uri="{BB962C8B-B14F-4D97-AF65-F5344CB8AC3E}">
        <p14:creationId xmlns:p14="http://schemas.microsoft.com/office/powerpoint/2010/main" val="132267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358</Words>
  <Application>Microsoft Office PowerPoint</Application>
  <PresentationFormat>와이드스크린</PresentationFormat>
  <Paragraphs>61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기획 개요.</vt:lpstr>
      <vt:lpstr>목차</vt:lpstr>
      <vt:lpstr>요약</vt:lpstr>
      <vt:lpstr>Ui흐름</vt:lpstr>
      <vt:lpstr>ui흐름</vt:lpstr>
      <vt:lpstr>Pc 캐릭터 설명</vt:lpstr>
      <vt:lpstr>적 설명(기본 적)</vt:lpstr>
      <vt:lpstr>적 설명(보스)</vt:lpstr>
      <vt:lpstr>스케줄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예나 윤</dc:creator>
  <cp:lastModifiedBy>예나 윤</cp:lastModifiedBy>
  <cp:revision>8</cp:revision>
  <dcterms:created xsi:type="dcterms:W3CDTF">2026-02-28T08:37:00Z</dcterms:created>
  <dcterms:modified xsi:type="dcterms:W3CDTF">2026-02-28T09:50:06Z</dcterms:modified>
</cp:coreProperties>
</file>